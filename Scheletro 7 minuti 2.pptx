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72" r:id="rId3"/>
    <p:sldId id="265" r:id="rId4"/>
    <p:sldId id="273" r:id="rId5"/>
    <p:sldId id="278" r:id="rId6"/>
    <p:sldId id="279" r:id="rId7"/>
    <p:sldId id="276" r:id="rId8"/>
    <p:sldId id="277" r:id="rId9"/>
    <p:sldId id="270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2714"/>
    <a:srgbClr val="C90BFF"/>
    <a:srgbClr val="FF40FF"/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98"/>
    <p:restoredTop sz="94694"/>
  </p:normalViewPr>
  <p:slideViewPr>
    <p:cSldViewPr snapToGrid="0" snapToObjects="1">
      <p:cViewPr varScale="1">
        <p:scale>
          <a:sx n="65" d="100"/>
          <a:sy n="65" d="100"/>
        </p:scale>
        <p:origin x="525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A73596-6583-E044-9811-48B602F56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C5F8958-BCD0-5D4F-8B6C-2FA213BD3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D804FA-A99E-6643-A908-FB3F8D88B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E65-66BA-D943-B43C-872508C05C3E}" type="datetimeFigureOut">
              <a:rPr lang="it-IT" smtClean="0"/>
              <a:pPr/>
              <a:t>18/04/2026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B975E8-DA8C-154E-985A-2FA4194E8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C57E0E1-1AF0-8849-8153-96C85B28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88A-710B-4444-9821-2E402979602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474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1D0DBA-9AD1-6A4F-8EAB-54B0FE0D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E7F385-CD94-B042-B05F-ABAB2AC36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2DC1AF-D1FA-F448-A416-C1C535776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E65-66BA-D943-B43C-872508C05C3E}" type="datetimeFigureOut">
              <a:rPr lang="it-IT" smtClean="0"/>
              <a:pPr/>
              <a:t>18/04/2026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649103-6830-CE46-9112-CCAEF21D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996CF22-57F4-7041-BDE6-01FD7A845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88A-710B-4444-9821-2E402979602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9677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D0A842-FBBE-5345-BFE6-BC45B85BE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6DFB5E3-1D0D-4546-BA45-EAC28E9BB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857A11-2F87-8A42-80EB-C849A26B1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E65-66BA-D943-B43C-872508C05C3E}" type="datetimeFigureOut">
              <a:rPr lang="it-IT" smtClean="0"/>
              <a:pPr/>
              <a:t>18/04/2026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E4DAE2-8E2E-B04F-B447-69872974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7229EE-CAE1-7644-8870-0C3433C8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88A-710B-4444-9821-2E402979602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7458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77EB29-3A14-444F-9308-45A2FA402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742AA8-EEB7-9D46-9AE0-BBC76EA49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F80B8-3F35-6747-A78D-E4295D06E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DC35CB-3653-E844-BA49-416427CB0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E65-66BA-D943-B43C-872508C05C3E}" type="datetimeFigureOut">
              <a:rPr lang="it-IT" smtClean="0"/>
              <a:pPr/>
              <a:t>18/04/2026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5167A21-A065-3F4E-BD4B-7A043DD7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D974F2-5ABD-CA4C-BF0B-04F5AA59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88A-710B-4444-9821-2E402979602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008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C5899E-3A67-5748-B37D-E1F23AC31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676DB7-0EC4-6447-914A-3AEBA4503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18BBC12-765B-BC47-963A-EE6351596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C5DD4FD-160A-EA4B-B29E-BCC9D2BB0D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AA978D4-F041-604F-B12B-036878F17C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DEBE040-9092-B940-B370-8E508231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E65-66BA-D943-B43C-872508C05C3E}" type="datetimeFigureOut">
              <a:rPr lang="it-IT" smtClean="0"/>
              <a:pPr/>
              <a:t>18/04/2026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AABB021-ABEE-124B-9723-65FDC645F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3FA45E9-194C-F24C-AE56-6487B1B5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88A-710B-4444-9821-2E402979602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180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A3DA49-242F-0043-911C-BEDD0B2F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9407D0B-C722-074D-82CE-00CE80CA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E65-66BA-D943-B43C-872508C05C3E}" type="datetimeFigureOut">
              <a:rPr lang="it-IT" smtClean="0"/>
              <a:pPr/>
              <a:t>18/04/2026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BF45FCB-7D83-3944-96DB-E3590DCAD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F6DF94B-4496-C342-B290-5D04E6F58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88A-710B-4444-9821-2E402979602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3197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1AA49C1-78B9-214F-9CED-75E49316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E65-66BA-D943-B43C-872508C05C3E}" type="datetimeFigureOut">
              <a:rPr lang="it-IT" smtClean="0"/>
              <a:pPr/>
              <a:t>18/04/2026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128EB39-D6AA-2A47-9643-59A94AF03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5D3C063-833C-814C-B8C3-3D6940560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88A-710B-4444-9821-2E402979602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2868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41F1BE-8EC3-A24E-A2F9-EB59C9FED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F15771-C89C-4848-A4F5-E39F00814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3E782D-92E4-2A42-9567-9AADB6911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8B912C3-B195-2849-A323-3AA6C953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E65-66BA-D943-B43C-872508C05C3E}" type="datetimeFigureOut">
              <a:rPr lang="it-IT" smtClean="0"/>
              <a:pPr/>
              <a:t>18/04/2026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F46C237-A055-024D-9E2D-03243EE8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1F6D59E-D09D-7D44-ADC4-CEE315E3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88A-710B-4444-9821-2E402979602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335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177AB2-767A-B442-815E-37A5170D7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18EA9A7-4D7D-7540-AE07-92CF4F44B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C67E808-C98E-104E-8B85-F6608D2D1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548B841-8EE9-2740-9C17-E26ABECA8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E65-66BA-D943-B43C-872508C05C3E}" type="datetimeFigureOut">
              <a:rPr lang="it-IT" smtClean="0"/>
              <a:pPr/>
              <a:t>18/04/2026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409DAD0-951E-8B45-B4E4-B4725A194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FAD6BD9-9213-554D-8BC1-931F4898E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88A-710B-4444-9821-2E402979602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6494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D8D8C3-1918-724D-A8E2-D05B69C7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A743A07-D925-FD4F-940C-FFDF417E3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0D23A2-9045-9046-B565-777F3F30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E65-66BA-D943-B43C-872508C05C3E}" type="datetimeFigureOut">
              <a:rPr lang="it-IT" smtClean="0"/>
              <a:pPr/>
              <a:t>18/04/2026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6894E4-D883-EC4A-B2D7-B182FEED6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4C7877C-A6C8-0B44-9F1E-4DC82E5C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88A-710B-4444-9821-2E402979602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686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F0F80A3-3E75-CF4F-B3F2-8B78BE9BE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0A84B0B-87B7-3448-811F-D45D03D4B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807091-869A-F849-B5CA-961708815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E65-66BA-D943-B43C-872508C05C3E}" type="datetimeFigureOut">
              <a:rPr lang="it-IT" smtClean="0"/>
              <a:pPr/>
              <a:t>18/04/2026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407C6D-4AD7-6440-B915-74FF42DC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F3BBB5-66F3-DE41-9910-E5A9D7F52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88A-710B-4444-9821-2E402979602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0374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E8C66F0-5C06-0140-86A7-5E18081B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0F6F716-8158-AF41-9725-433FAE330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3BD3C0-4F5C-C140-B017-B6FF81EBE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40E65-66BA-D943-B43C-872508C05C3E}" type="datetimeFigureOut">
              <a:rPr lang="it-IT" smtClean="0"/>
              <a:pPr/>
              <a:t>18/04/2026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F357A7-3035-8747-8437-BEBB1CE62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1E03BF-C7EF-B747-A06D-4396C4777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2188A-710B-4444-9821-2E402979602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84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988DA78-A51C-D548-A48B-388C85D3B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199" y="1449103"/>
            <a:ext cx="10874200" cy="508847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800" dirty="0"/>
              <a:t>Percorso di formazione per il conseguimento della specializzazione  per le attività di sostegno didattico agli alunni con disabilità Scuola Secondaria di Primo Grado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800" dirty="0"/>
              <a:t>a. a. 2024-2025</a:t>
            </a:r>
          </a:p>
          <a:p>
            <a:pPr marL="0" indent="0" algn="ctr">
              <a:buNone/>
            </a:pPr>
            <a:endParaRPr lang="it-IT" sz="2200" b="1" dirty="0">
              <a:latin typeface="Hiragino Kaku Gothic StdN W8" panose="020B0800000000000000" pitchFamily="34" charset="-128"/>
              <a:ea typeface="Hiragino Kaku Gothic StdN W8" panose="020B0800000000000000" pitchFamily="34" charset="-128"/>
            </a:endParaRPr>
          </a:p>
          <a:p>
            <a:pPr marL="0" indent="0" algn="ctr">
              <a:buNone/>
            </a:pPr>
            <a:r>
              <a:rPr lang="it-IT" sz="3400" b="1" dirty="0"/>
              <a:t>Titolo Approfondimento teorico</a:t>
            </a:r>
            <a:r>
              <a:rPr lang="it-IT" sz="3400" b="1" dirty="0">
                <a:solidFill>
                  <a:schemeClr val="accent1"/>
                </a:solidFill>
              </a:rPr>
              <a:t>  </a:t>
            </a:r>
          </a:p>
          <a:p>
            <a:pPr marL="0" indent="0" algn="ctr">
              <a:buNone/>
            </a:pPr>
            <a:endParaRPr lang="it-IT" sz="2200" b="1" dirty="0">
              <a:latin typeface="Hiragino Kaku Gothic StdN W8" panose="020B0800000000000000" pitchFamily="34" charset="-128"/>
              <a:ea typeface="Hiragino Kaku Gothic StdN W8" panose="020B0800000000000000" pitchFamily="34" charset="-128"/>
            </a:endParaRPr>
          </a:p>
          <a:p>
            <a:pPr marL="0" indent="0" algn="ctr">
              <a:buNone/>
            </a:pPr>
            <a:r>
              <a:rPr lang="it-IT" sz="3200" b="1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Titolo Relazione sull’esperienza professionale</a:t>
            </a:r>
            <a:endParaRPr lang="it-IT" sz="3200" b="1" dirty="0">
              <a:solidFill>
                <a:schemeClr val="accent1"/>
              </a:solidFill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 algn="ctr">
              <a:buNone/>
            </a:pPr>
            <a:endParaRPr lang="it-IT" sz="3200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it-IT" sz="3200" b="1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Titolo Prodotto multimediale Tic</a:t>
            </a:r>
          </a:p>
          <a:p>
            <a:pPr marL="0" indent="0" algn="ctr">
              <a:buNone/>
            </a:pPr>
            <a:endParaRPr lang="it-IT" sz="2200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B27C1C-5A41-5146-96FE-FCF2A00CF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1028" name="image1.jpg" descr="logo Università di Udine">
            <a:extLst>
              <a:ext uri="{FF2B5EF4-FFF2-40B4-BE49-F238E27FC236}">
                <a16:creationId xmlns:a16="http://schemas.microsoft.com/office/drawing/2014/main" id="{02454927-BFFA-CE4C-9D64-33F98679B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516" y="228600"/>
            <a:ext cx="1231345" cy="116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95E9E6F-0184-CF43-899F-CEFD2887D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525" y="288992"/>
            <a:ext cx="943554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Università degli Studi di Udine</a:t>
            </a:r>
            <a:endParaRPr kumimoji="0" lang="it-IT" altLang="it-IT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7ABD196-5BCF-B04B-BF7C-E52753FD65A2}"/>
              </a:ext>
            </a:extLst>
          </p:cNvPr>
          <p:cNvSpPr txBox="1"/>
          <p:nvPr/>
        </p:nvSpPr>
        <p:spPr>
          <a:xfrm>
            <a:off x="8744607" y="5753417"/>
            <a:ext cx="2388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b="1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Corsista: ……………….</a:t>
            </a:r>
          </a:p>
          <a:p>
            <a:pPr algn="r"/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Matricola: ………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0354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CB8B38-E154-B001-7745-A999BB8B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Titolo dell’approfondimento teorico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D246D4-1619-968F-83FC-83FC01A6C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97147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15087A-F565-786E-6F21-99475D88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Titolo del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03EA5C-22DB-7A39-B047-4BFF6511D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it-IT" sz="2800" b="1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(Analisi del caso) </a:t>
            </a:r>
          </a:p>
          <a:p>
            <a:pPr marL="0" indent="0">
              <a:buNone/>
            </a:pPr>
            <a:r>
              <a:rPr lang="it-IT" sz="2800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Stefano, nome di fantasia,</a:t>
            </a:r>
            <a:r>
              <a:rPr lang="it-IT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 frequenta un Istituto Scolastico (Istituto Comprensivo…)</a:t>
            </a:r>
          </a:p>
          <a:p>
            <a:pPr marL="0" indent="0">
              <a:buNone/>
            </a:pPr>
            <a:r>
              <a:rPr lang="it-IT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che si trova in zona (pianeggiante, </a:t>
            </a:r>
            <a:r>
              <a:rPr lang="it-IT" dirty="0" err="1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montusosa</a:t>
            </a:r>
            <a:r>
              <a:rPr lang="it-IT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, …), ed è conosciuto sul territorio per …</a:t>
            </a:r>
          </a:p>
          <a:p>
            <a:pPr marL="0" indent="0">
              <a:buNone/>
            </a:pPr>
            <a:r>
              <a:rPr lang="it-IT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È</a:t>
            </a:r>
            <a:r>
              <a:rPr lang="it-IT" sz="2800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 uno studente </a:t>
            </a:r>
            <a:r>
              <a:rPr lang="it-IT" sz="2800" b="1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con</a:t>
            </a:r>
            <a:r>
              <a:rPr lang="it-IT" sz="2800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 ….  (ICD-10: … ICD-9 CODICE …) ….</a:t>
            </a:r>
          </a:p>
          <a:p>
            <a:pPr marL="0" indent="0">
              <a:buNone/>
            </a:pPr>
            <a:r>
              <a:rPr lang="it-IT" sz="2800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Lo studente è persona con/senza necessità di sostegno elevato/molto elevato. </a:t>
            </a:r>
          </a:p>
          <a:p>
            <a:pPr marL="0" indent="0">
              <a:buNone/>
            </a:pPr>
            <a:r>
              <a:rPr lang="it-IT" sz="2800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Ore di sostegno – ore educative</a:t>
            </a:r>
          </a:p>
          <a:p>
            <a:pPr marL="0" indent="0">
              <a:buNone/>
            </a:pPr>
            <a:r>
              <a:rPr lang="it-IT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Punti di debolezza e dimensioni (che sono i punti di forza)</a:t>
            </a:r>
          </a:p>
          <a:p>
            <a:pPr marL="0" indent="0">
              <a:buNone/>
            </a:pPr>
            <a:r>
              <a:rPr lang="it-IT" sz="2800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Percorso didattico A/B/C</a:t>
            </a:r>
          </a:p>
          <a:p>
            <a:pPr marL="0" indent="0">
              <a:buNone/>
            </a:pPr>
            <a:endParaRPr lang="it-IT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sz="2800" dirty="0"/>
          </a:p>
          <a:p>
            <a:pPr marL="0" indent="0">
              <a:buNone/>
            </a:pPr>
            <a:r>
              <a:rPr lang="it-IT" sz="2800" dirty="0"/>
              <a:t>La classe: n. allievi M e </a:t>
            </a:r>
            <a:r>
              <a:rPr lang="it-IT" sz="2800" dirty="0" err="1"/>
              <a:t>F</a:t>
            </a:r>
            <a:r>
              <a:rPr lang="it-IT" sz="2800" dirty="0"/>
              <a:t> – quanti BES</a:t>
            </a:r>
          </a:p>
          <a:p>
            <a:pPr marL="0" indent="0">
              <a:buNone/>
            </a:pPr>
            <a:endParaRPr lang="it-IT" sz="2800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87042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15087A-F565-786E-6F21-99475D88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Titolo del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03EA5C-22DB-7A39-B047-4BFF6511D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855"/>
            <a:ext cx="10515600" cy="4800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Contesto fisico</a:t>
            </a:r>
            <a:endParaRPr lang="it-IT" sz="2800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sz="2800" dirty="0"/>
          </a:p>
          <a:p>
            <a:pPr marL="0" indent="0">
              <a:buNone/>
            </a:pPr>
            <a:endParaRPr lang="it-IT" sz="2800" dirty="0"/>
          </a:p>
          <a:p>
            <a:pPr marL="0" indent="0">
              <a:buNone/>
            </a:pPr>
            <a:r>
              <a:rPr lang="it-IT" b="1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Contesto organizzativo</a:t>
            </a:r>
            <a:endParaRPr lang="it-IT" sz="2800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it-IT" sz="1800" b="1" dirty="0">
                <a:solidFill>
                  <a:srgbClr val="0070C0"/>
                </a:solidFill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Facilitatori - barriere</a:t>
            </a:r>
            <a:endParaRPr lang="it-IT" sz="1800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it-IT" b="1" dirty="0"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Contesto relazionale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0070C0"/>
                </a:solidFill>
                <a:latin typeface="Calibri" panose="020F0502020204030204" pitchFamily="34" charset="0"/>
                <a:ea typeface="Hiragino Kaku Gothic StdN W8" panose="020B0800000000000000" pitchFamily="34" charset="-128"/>
                <a:cs typeface="Calibri" panose="020F0502020204030204" pitchFamily="34" charset="0"/>
              </a:rPr>
              <a:t>Facilitatori - barriere</a:t>
            </a:r>
            <a:endParaRPr lang="it-IT" sz="1800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sz="2800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dirty="0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FBC6B320-75DC-447B-31A2-E179E130E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618332"/>
              </p:ext>
            </p:extLst>
          </p:nvPr>
        </p:nvGraphicFramePr>
        <p:xfrm>
          <a:off x="970455" y="1833763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4805523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00189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Facilitatori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Barriere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85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Istituto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Istituto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989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Classe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19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Individuale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Individuale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629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36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15087A-F565-786E-6F21-99475D88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Titolo del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03EA5C-22DB-7A39-B047-4BFF6511D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3790"/>
            <a:ext cx="10515600" cy="2672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800" dirty="0"/>
              <a:t>Realizzazione progetto</a:t>
            </a:r>
          </a:p>
          <a:p>
            <a:r>
              <a:rPr lang="it-IT" sz="2800" dirty="0"/>
              <a:t>Il bisogno formativo ….interessi - Ha portato a elaborare (prodotto finale)</a:t>
            </a:r>
          </a:p>
          <a:p>
            <a:r>
              <a:rPr lang="it-IT" dirty="0"/>
              <a:t>Risorse</a:t>
            </a:r>
            <a:endParaRPr lang="it-IT" sz="2800" dirty="0"/>
          </a:p>
          <a:p>
            <a:r>
              <a:rPr lang="it-IT" sz="2800" dirty="0"/>
              <a:t>Materie coinvolte e Argomenti</a:t>
            </a:r>
          </a:p>
          <a:p>
            <a:pPr marL="0" indent="0">
              <a:buNone/>
            </a:pPr>
            <a:endParaRPr lang="it-IT" sz="2800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33255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15087A-F565-786E-6F21-99475D88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Titolo del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03EA5C-22DB-7A39-B047-4BFF6511D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3790"/>
            <a:ext cx="10515600" cy="2672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800" dirty="0"/>
              <a:t>Realizzazione progetto</a:t>
            </a:r>
          </a:p>
          <a:p>
            <a:r>
              <a:rPr lang="it-IT" dirty="0"/>
              <a:t>Obiettivi</a:t>
            </a:r>
          </a:p>
          <a:p>
            <a:r>
              <a:rPr lang="it-IT" sz="2800" dirty="0"/>
              <a:t>Fasi e metodologie/strategie usate</a:t>
            </a:r>
          </a:p>
          <a:p>
            <a:r>
              <a:rPr lang="it-IT" sz="2800" dirty="0"/>
              <a:t>Verifica e valutazione </a:t>
            </a:r>
          </a:p>
          <a:p>
            <a:pPr marL="0" indent="0">
              <a:buNone/>
            </a:pPr>
            <a:endParaRPr lang="it-IT" sz="2800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39465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15087A-F565-786E-6F21-99475D88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Titolo TIC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BF8878A6-8CAC-CCCC-111B-02BD10A4CB4B}"/>
              </a:ext>
            </a:extLst>
          </p:cNvPr>
          <p:cNvSpPr txBox="1">
            <a:spLocks/>
          </p:cNvSpPr>
          <p:nvPr/>
        </p:nvSpPr>
        <p:spPr>
          <a:xfrm>
            <a:off x="3268719" y="1589689"/>
            <a:ext cx="8923281" cy="3678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it-IT" sz="2200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it-IT" sz="7200" dirty="0"/>
              <a:t>SCREENSHOT significativi delle tecnologie usate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DA2357B4-1146-2573-A7E8-B84132DA6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220" y="2554775"/>
            <a:ext cx="1758479" cy="17484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it-IT" sz="2200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  <a:p>
            <a:r>
              <a:rPr lang="it-IT" sz="2400" dirty="0"/>
              <a:t>Elenco tecnologie usate</a:t>
            </a:r>
          </a:p>
        </p:txBody>
      </p:sp>
    </p:spTree>
    <p:extLst>
      <p:ext uri="{BB962C8B-B14F-4D97-AF65-F5344CB8AC3E}">
        <p14:creationId xmlns:p14="http://schemas.microsoft.com/office/powerpoint/2010/main" val="249869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A3EC68-0C2D-9ACC-3371-93BB79546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CONSIDERAZIONI FINALI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5C6647-84E1-7132-2B60-4AA814593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Risultati raggiunti</a:t>
            </a:r>
          </a:p>
          <a:p>
            <a:r>
              <a:rPr lang="it-IT" dirty="0"/>
              <a:t>Possibili miglioramenti </a:t>
            </a:r>
          </a:p>
          <a:p>
            <a:r>
              <a:rPr lang="it-IT" dirty="0"/>
              <a:t>Conclusioni: andato bene o male – soddisfazione, p</a:t>
            </a:r>
            <a:r>
              <a:rPr lang="it-IT" sz="2800" dirty="0"/>
              <a:t>ossibili sviluppi e/o esiti di riconoscimento (</a:t>
            </a:r>
            <a:r>
              <a:rPr lang="it-IT" dirty="0"/>
              <a:t>da esempio per altre classi, presentazione prodotto finale scuola aperta, …)</a:t>
            </a:r>
          </a:p>
        </p:txBody>
      </p:sp>
    </p:spTree>
    <p:extLst>
      <p:ext uri="{BB962C8B-B14F-4D97-AF65-F5344CB8AC3E}">
        <p14:creationId xmlns:p14="http://schemas.microsoft.com/office/powerpoint/2010/main" val="2215117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B27C1C-5A41-5146-96FE-FCF2A00CF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5E9E6F-0184-CF43-899F-CEFD2887D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8226" y="693697"/>
            <a:ext cx="94355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b="1" dirty="0">
                <a:latin typeface="Calibri" panose="020F0502020204030204" pitchFamily="34" charset="0"/>
                <a:ea typeface="Times New Roman" panose="02020603050405020304" pitchFamily="18" charset="0"/>
              </a:rPr>
              <a:t>Ringraziamenti</a:t>
            </a:r>
            <a:endParaRPr kumimoji="0" lang="it-IT" altLang="it-IT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2C321D1C-4DDE-2F8F-3983-AFB95294613F}"/>
              </a:ext>
            </a:extLst>
          </p:cNvPr>
          <p:cNvSpPr txBox="1">
            <a:spLocks/>
          </p:cNvSpPr>
          <p:nvPr/>
        </p:nvSpPr>
        <p:spPr>
          <a:xfrm>
            <a:off x="2385849" y="1589689"/>
            <a:ext cx="8923281" cy="3678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it-IT" sz="2200" b="1" dirty="0">
              <a:latin typeface="Calibri" panose="020F0502020204030204" pitchFamily="34" charset="0"/>
              <a:ea typeface="Hiragino Kaku Gothic StdN W8" panose="020B08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A6835157-AFEE-E89E-B223-095F4A179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855" y="1589689"/>
            <a:ext cx="10515600" cy="4351338"/>
          </a:xfr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5217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9BF90047E712346ACB2E569001D66C7" ma:contentTypeVersion="14" ma:contentTypeDescription="Creare un nuovo documento." ma:contentTypeScope="" ma:versionID="3a01b491b465d780ddaf9a7132147ab6">
  <xsd:schema xmlns:xsd="http://www.w3.org/2001/XMLSchema" xmlns:xs="http://www.w3.org/2001/XMLSchema" xmlns:p="http://schemas.microsoft.com/office/2006/metadata/properties" xmlns:ns2="75f080c6-4722-4317-8cbd-4e219cbf2092" xmlns:ns3="8a7c6bdd-edad-4b78-9f34-d50265050b44" targetNamespace="http://schemas.microsoft.com/office/2006/metadata/properties" ma:root="true" ma:fieldsID="b081e9ca326661e41c59bedd3d9d78c2" ns2:_="" ns3:_="">
    <xsd:import namespace="75f080c6-4722-4317-8cbd-4e219cbf2092"/>
    <xsd:import namespace="8a7c6bdd-edad-4b78-9f34-d50265050b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LizaTipa_x002e_EsercitazionePauseattiv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080c6-4722-4317-8cbd-4e219cbf20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efbc6ebe-f864-4d54-97b7-54a294519f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LizaTipa_x002e_EsercitazionePauseattive" ma:index="21" nillable="true" ma:displayName="Liza Tipa. Esercitazione Pause attive" ma:format="Dropdown" ma:internalName="LizaTipa_x002e_EsercitazionePauseattiv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7c6bdd-edad-4b78-9f34-d50265050b4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636e7d-93e0-47a7-be42-e36c824232ee}" ma:internalName="TaxCatchAll" ma:showField="CatchAllData" ma:web="8a7c6bdd-edad-4b78-9f34-d50265050b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a7c6bdd-edad-4b78-9f34-d50265050b44" xsi:nil="true"/>
    <LizaTipa_x002e_EsercitazionePauseattive xmlns="75f080c6-4722-4317-8cbd-4e219cbf2092" xsi:nil="true"/>
    <lcf76f155ced4ddcb4097134ff3c332f xmlns="75f080c6-4722-4317-8cbd-4e219cbf209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8822934-A55E-4D73-B16F-3552504A3EFC}"/>
</file>

<file path=customXml/itemProps2.xml><?xml version="1.0" encoding="utf-8"?>
<ds:datastoreItem xmlns:ds="http://schemas.openxmlformats.org/officeDocument/2006/customXml" ds:itemID="{D2278FB7-5308-44E3-8207-C3251168B34B}"/>
</file>

<file path=customXml/itemProps3.xml><?xml version="1.0" encoding="utf-8"?>
<ds:datastoreItem xmlns:ds="http://schemas.openxmlformats.org/officeDocument/2006/customXml" ds:itemID="{A4B51A9B-91C5-4C79-87F2-08847709B0F0}"/>
</file>

<file path=docProps/app.xml><?xml version="1.0" encoding="utf-8"?>
<Properties xmlns="http://schemas.openxmlformats.org/officeDocument/2006/extended-properties" xmlns:vt="http://schemas.openxmlformats.org/officeDocument/2006/docPropsVTypes">
  <TotalTime>19421</TotalTime>
  <Words>269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Hiragino Kaku Gothic StdN W8</vt:lpstr>
      <vt:lpstr>Tema di Office</vt:lpstr>
      <vt:lpstr>Presentazione standard di PowerPoint</vt:lpstr>
      <vt:lpstr>Titolo dell’approfondimento teorico </vt:lpstr>
      <vt:lpstr>Titolo del progetto</vt:lpstr>
      <vt:lpstr>Titolo del progetto</vt:lpstr>
      <vt:lpstr>Titolo del progetto</vt:lpstr>
      <vt:lpstr>Titolo del progetto</vt:lpstr>
      <vt:lpstr>Titolo TIC</vt:lpstr>
      <vt:lpstr>CONSIDERAZIONI FINALI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Elaborato Tic – Il tempo delle Tele</dc:title>
  <dc:creator>Microsoft Office User</dc:creator>
  <cp:lastModifiedBy>Dina Veronese</cp:lastModifiedBy>
  <cp:revision>465</cp:revision>
  <cp:lastPrinted>2020-04-23T23:12:18Z</cp:lastPrinted>
  <dcterms:created xsi:type="dcterms:W3CDTF">2020-02-26T17:58:17Z</dcterms:created>
  <dcterms:modified xsi:type="dcterms:W3CDTF">2026-04-18T14:09:22Z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0x01010009BF90047E712346ACB2E569001D66C7</vt:lpwstr>
  </property>
</Properties>
</file>